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Roadmap Tecnológico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Santos Pegasus Soluciones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Estandarizar Java 21 y observabilidad.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Migrar cargas seleccionadas a OCI.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Adoptar búsqueda vectorial corporativa.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Automatizar evaluaciones de calidad RAG.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